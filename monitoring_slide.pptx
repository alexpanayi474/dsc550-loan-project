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09  Post-Deployment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566160" cy="502920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4F5F"/>
                </a:solidFill>
                <a:latin typeface="Calibri"/>
              </a:defRPr>
            </a:pPr>
            <a:r>
              <a:t>1. Actual Default 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3108960" cy="254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After deployment, the bank should track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the actual default rate among approved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loans and compare it against the ~3%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base rate observed in the training data.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If the realized rate deviates noticeably,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it means the applicant population or the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economic environment has changed, and the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model's probability estimates — and therefore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the optimal thresholds — may no longer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be accurate.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566160" cy="502920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E"/>
                </a:solidFill>
                <a:latin typeface="Calibri"/>
              </a:defRPr>
            </a:pPr>
            <a:r>
              <a:t>2. When to Recalibrate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965960"/>
            <a:ext cx="3108960" cy="254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488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Recalibration should be considered when: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The realized default rate shifts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materially from the ~3% baseline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The cost structure used in the profit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calculation is updated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 significant macroeconomic event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(e.g. recession, policy change) alters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the lending environment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In each case, re-run the profit-per-1,000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sweep with updated data or costs.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566160" cy="502920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7CBD"/>
                </a:solidFill>
                <a:latin typeface="Calibri"/>
              </a:defRPr>
            </a:pPr>
            <a:r>
              <a:t>3. Sensitivity to Cost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965960"/>
            <a:ext cx="3108960" cy="254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1488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The optimal thresholds depend directly on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the costs assigned to each outcome (TN, FP,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FN, TP) per stakeholder.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↑ Regulatory penalties (CRO's FN cost)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Threshold shifts lower, more rejections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↑ Value of good customers (CGO's TN value)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Threshold shifts higher, more approvals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The threshold is not a fixed number but a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policy lever that should be re-optimized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whenever the cost assumptions are revised.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